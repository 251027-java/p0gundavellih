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84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C42CA-FE75-C6D7-1833-A499F19DEF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D1654F-07CF-F491-DF0E-22A4A8229B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2D1F8-7557-4BD6-385C-082D08E5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C3351-CF1F-6506-22F3-818CA5B3C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72292-1E3C-F3EB-8ADE-1A5622AE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349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A603F-1ADC-965B-5C8C-4FEA0D90B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BCA48-C184-D334-3D58-865D9C49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84EDE3-8F01-985C-B210-2AE93AA7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2A810-4ACA-FDAE-C218-A53C2FAE5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746D9-47F5-C44E-A42B-6DA617844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547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E0BD4-88D7-5E1D-F1EA-E6089DC2A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911FB-8FA2-8C77-BB59-CB012515A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2EB4B-EFA3-5E96-BE21-6CEE3570E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70609-83D5-7666-14C1-B6FD5032A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A7765-93DF-8E93-B07C-609DC7469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466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08F60-3063-613E-B149-C4B79BBDA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86222-7541-B855-BDB9-48118B7332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122601-B907-AB9D-38FC-81445C6B7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582CF7-91B3-BA05-8FFA-F441F2EF9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441DD3-282E-0AF3-B1EC-4ECF3867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422B30-3DB7-E4C3-6C9C-B7B22B5E1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69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F4A3-BCCE-5F45-8408-CFA4679B4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89B00-C1E2-CE15-CD3E-DEE604B7C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029520-1638-F008-3798-3FAD20CFA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A78CFD-C4A4-54AB-FC45-8989A13F63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082F0D-A821-106E-EBE3-5060362C00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23E59F-645B-C924-C980-BBFF096BD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821CE1-9BD8-679C-44B0-9D327F48E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A03027-182D-A8E8-CB3C-4A2A2FF2D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463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BC3C-A83F-AD19-1E89-63E68FDB1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50D7DE-BD86-1603-B283-19876F680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D21070-D267-B543-F9B7-045C34E28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3F3082-EA07-1FEB-3522-BE16B9AA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196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5FF9C2-1927-418F-BE97-9A139E6F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D1F818-5651-CD2F-F884-CC935492C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5ACB2-BEE1-5AF2-E25B-634281E3D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438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FBE16-BB55-14D3-BE65-2D48A4965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A3A4C-D7AA-A6A4-279A-4CACF3669B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BAF24-F666-6AE7-7A4E-FC00A509A5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E1D884-3BCD-DA60-A8BA-223056DB8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E7901-4C54-3FBC-B7CF-850D45EB9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20CFE-6959-B6D8-B85E-4E13A6D4A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481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F1214-C22D-E43F-356C-3DD23BCE3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7333B4-4CB5-D650-4C66-A5201F6D25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8CF18F-11DE-5F74-59B2-6A63EE5C4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CCEEB-3899-4671-2875-3CC293416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F95C42-7983-7F9F-1935-E90F10B21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CD6EA3-D7BE-E751-430A-6A6D1E179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330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C559C-8A05-DBB0-92D0-0AAF62F95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8414B8-3B28-949C-03C7-4388152AD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64615-41DE-8AE0-449F-49BC1FAC9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89C2C-563B-440B-F795-BA0EEDB87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809A9-893F-4722-618C-1A3ABDE2E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855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561471-6A86-7F83-A256-BE6AF80ED6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B60C1A-9795-6D42-1C47-7483354633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BEEB3-5E75-AF41-2223-5AF20A900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EF33-407C-B994-0B8E-1D2D0B178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A7B62-BE24-10A1-61AB-1038D8A2D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335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698092-ACDA-955F-A9E6-2ACDA6D72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BDD14-E5F2-92AA-7EFB-303CEF699A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2607D-1B8D-FD3F-9735-EBD1B919ED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C7FAE-62A9-50A5-BB34-9F7AF920BC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ED2C50-2D19-D9E1-E56A-405DEBDB4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815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F4C8D-8C85-046D-F7E5-440A6F1DF3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SweetVerse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11C1F-4039-AEA1-4838-0E22483C50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Harsha Gundavelli</a:t>
            </a:r>
          </a:p>
        </p:txBody>
      </p:sp>
    </p:spTree>
    <p:extLst>
      <p:ext uri="{BB962C8B-B14F-4D97-AF65-F5344CB8AC3E}">
        <p14:creationId xmlns:p14="http://schemas.microsoft.com/office/powerpoint/2010/main" val="1940221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CA4C4-B1B2-7FE3-CD97-5250BEEDC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30B30-F6B7-7165-78F5-CD36BA1A34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Sweet Verse</a:t>
            </a:r>
            <a:r>
              <a:rPr lang="en-US" dirty="0"/>
              <a:t> is a specialized inventory management and point-of-sale system designed for ice cream parlors. It simplifies daily operations by integrating the sales process directly with stock management.</a:t>
            </a:r>
          </a:p>
        </p:txBody>
      </p:sp>
    </p:spTree>
    <p:extLst>
      <p:ext uri="{BB962C8B-B14F-4D97-AF65-F5344CB8AC3E}">
        <p14:creationId xmlns:p14="http://schemas.microsoft.com/office/powerpoint/2010/main" val="506254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A2858-5DCD-E0A2-B5CC-8A778CF64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23FEA5-7011-9587-A48B-47CD3DC05C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9329" y="1387761"/>
            <a:ext cx="8576342" cy="454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779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4C02F-5399-D4A1-8A79-1D3AB28DD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Many-to-Many Relationship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91981-6566-0BED-B183-A7375AFE7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CustomerOrders</a:t>
            </a:r>
          </a:p>
          <a:p>
            <a:r>
              <a:rPr lang="en-US" dirty="0"/>
              <a:t>Products</a:t>
            </a:r>
          </a:p>
          <a:p>
            <a:r>
              <a:rPr lang="en-US" dirty="0"/>
              <a:t>OrderItems - Junction</a:t>
            </a:r>
          </a:p>
        </p:txBody>
      </p:sp>
    </p:spTree>
    <p:extLst>
      <p:ext uri="{BB962C8B-B14F-4D97-AF65-F5344CB8AC3E}">
        <p14:creationId xmlns:p14="http://schemas.microsoft.com/office/powerpoint/2010/main" val="278866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B95D8-6B7E-5DF3-9346-64415A7A5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FDC9A-130C-7A0C-6BA8-9AD6BFC7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</a:t>
            </a:r>
          </a:p>
          <a:p>
            <a:r>
              <a:rPr lang="en-US" dirty="0"/>
              <a:t>Test Cases</a:t>
            </a:r>
          </a:p>
        </p:txBody>
      </p:sp>
    </p:spTree>
    <p:extLst>
      <p:ext uri="{BB962C8B-B14F-4D97-AF65-F5344CB8AC3E}">
        <p14:creationId xmlns:p14="http://schemas.microsoft.com/office/powerpoint/2010/main" val="1685290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B57B7-319F-45F0-2A5E-5B6EEEF39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905858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49</Words>
  <Application>Microsoft Office PowerPoint</Application>
  <PresentationFormat>Widescreen</PresentationFormat>
  <Paragraphs>13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SweetVerse</vt:lpstr>
      <vt:lpstr>About</vt:lpstr>
      <vt:lpstr>Tables</vt:lpstr>
      <vt:lpstr>Many-to-Many Relationship</vt:lpstr>
      <vt:lpstr>Demo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Harsha Gundavelli</dc:creator>
  <cp:lastModifiedBy>Harsha Gundavelli</cp:lastModifiedBy>
  <cp:revision>1</cp:revision>
  <dcterms:created xsi:type="dcterms:W3CDTF">2025-11-21T15:01:58Z</dcterms:created>
  <dcterms:modified xsi:type="dcterms:W3CDTF">2025-11-21T15:13:55Z</dcterms:modified>
</cp:coreProperties>
</file>