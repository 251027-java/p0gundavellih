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napVertSplitter="1" vertBarState="minimized">
    <p:restoredLeft sz="7783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153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A139C35-A548-4EB4-8011-2B1A338179C3}" type="doc">
      <dgm:prSet loTypeId="urn:microsoft.com/office/officeart/2008/layout/LinedList" loCatId="list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1EADF17C-D2C5-4323-BF77-B99CA37174C7}">
      <dgm:prSet/>
      <dgm:spPr/>
      <dgm:t>
        <a:bodyPr/>
        <a:lstStyle/>
        <a:p>
          <a:r>
            <a:rPr lang="en-US"/>
            <a:t>Application</a:t>
          </a:r>
        </a:p>
      </dgm:t>
    </dgm:pt>
    <dgm:pt modelId="{3E90974B-39C5-49E2-8227-25D221CF9AE8}" type="parTrans" cxnId="{CE1E79A2-2599-4CB3-97C2-3DBA4D7756FD}">
      <dgm:prSet/>
      <dgm:spPr/>
      <dgm:t>
        <a:bodyPr/>
        <a:lstStyle/>
        <a:p>
          <a:endParaRPr lang="en-US"/>
        </a:p>
      </dgm:t>
    </dgm:pt>
    <dgm:pt modelId="{6C49FBE9-38D2-4DE4-B4BF-B477FF6CFF19}" type="sibTrans" cxnId="{CE1E79A2-2599-4CB3-97C2-3DBA4D7756FD}">
      <dgm:prSet/>
      <dgm:spPr/>
      <dgm:t>
        <a:bodyPr/>
        <a:lstStyle/>
        <a:p>
          <a:endParaRPr lang="en-US"/>
        </a:p>
      </dgm:t>
    </dgm:pt>
    <dgm:pt modelId="{10269C13-9CC8-4D7B-8944-ECF7FAC31F47}">
      <dgm:prSet/>
      <dgm:spPr/>
      <dgm:t>
        <a:bodyPr/>
        <a:lstStyle/>
        <a:p>
          <a:r>
            <a:rPr lang="en-US"/>
            <a:t>Test Cases</a:t>
          </a:r>
        </a:p>
      </dgm:t>
    </dgm:pt>
    <dgm:pt modelId="{057660F0-D20F-4E91-9BE3-415E1A1E13ED}" type="parTrans" cxnId="{100A5C50-63E8-47B0-A35A-2D4814DC63DE}">
      <dgm:prSet/>
      <dgm:spPr/>
      <dgm:t>
        <a:bodyPr/>
        <a:lstStyle/>
        <a:p>
          <a:endParaRPr lang="en-US"/>
        </a:p>
      </dgm:t>
    </dgm:pt>
    <dgm:pt modelId="{46833E62-807D-4348-B3C9-9CC85B8F35BF}" type="sibTrans" cxnId="{100A5C50-63E8-47B0-A35A-2D4814DC63DE}">
      <dgm:prSet/>
      <dgm:spPr/>
      <dgm:t>
        <a:bodyPr/>
        <a:lstStyle/>
        <a:p>
          <a:endParaRPr lang="en-US"/>
        </a:p>
      </dgm:t>
    </dgm:pt>
    <dgm:pt modelId="{74D05E4E-A082-4BE1-BC27-07217F1B23C8}" type="pres">
      <dgm:prSet presAssocID="{BA139C35-A548-4EB4-8011-2B1A338179C3}" presName="vert0" presStyleCnt="0">
        <dgm:presLayoutVars>
          <dgm:dir/>
          <dgm:animOne val="branch"/>
          <dgm:animLvl val="lvl"/>
        </dgm:presLayoutVars>
      </dgm:prSet>
      <dgm:spPr/>
    </dgm:pt>
    <dgm:pt modelId="{AFA05C00-10FD-44E3-996B-F7788454CAA3}" type="pres">
      <dgm:prSet presAssocID="{1EADF17C-D2C5-4323-BF77-B99CA37174C7}" presName="thickLine" presStyleLbl="alignNode1" presStyleIdx="0" presStyleCnt="2"/>
      <dgm:spPr/>
    </dgm:pt>
    <dgm:pt modelId="{00E8AEF1-E78E-4300-B64A-1786C3534D0F}" type="pres">
      <dgm:prSet presAssocID="{1EADF17C-D2C5-4323-BF77-B99CA37174C7}" presName="horz1" presStyleCnt="0"/>
      <dgm:spPr/>
    </dgm:pt>
    <dgm:pt modelId="{2B7AE46C-4EB3-4870-AC16-A3609AB8CC9A}" type="pres">
      <dgm:prSet presAssocID="{1EADF17C-D2C5-4323-BF77-B99CA37174C7}" presName="tx1" presStyleLbl="revTx" presStyleIdx="0" presStyleCnt="2"/>
      <dgm:spPr/>
    </dgm:pt>
    <dgm:pt modelId="{17608E90-21B1-46E7-AC21-409E3EFA1A95}" type="pres">
      <dgm:prSet presAssocID="{1EADF17C-D2C5-4323-BF77-B99CA37174C7}" presName="vert1" presStyleCnt="0"/>
      <dgm:spPr/>
    </dgm:pt>
    <dgm:pt modelId="{68531C24-1C76-4E04-8648-1BE0AC9E428E}" type="pres">
      <dgm:prSet presAssocID="{10269C13-9CC8-4D7B-8944-ECF7FAC31F47}" presName="thickLine" presStyleLbl="alignNode1" presStyleIdx="1" presStyleCnt="2"/>
      <dgm:spPr/>
    </dgm:pt>
    <dgm:pt modelId="{E3B0D540-9781-4E37-92FC-9EAE5785F291}" type="pres">
      <dgm:prSet presAssocID="{10269C13-9CC8-4D7B-8944-ECF7FAC31F47}" presName="horz1" presStyleCnt="0"/>
      <dgm:spPr/>
    </dgm:pt>
    <dgm:pt modelId="{96BCBDF9-7412-47AC-9CB4-920C0FFEDD68}" type="pres">
      <dgm:prSet presAssocID="{10269C13-9CC8-4D7B-8944-ECF7FAC31F47}" presName="tx1" presStyleLbl="revTx" presStyleIdx="1" presStyleCnt="2"/>
      <dgm:spPr/>
    </dgm:pt>
    <dgm:pt modelId="{0718AE8F-F137-4754-955A-E5063B700003}" type="pres">
      <dgm:prSet presAssocID="{10269C13-9CC8-4D7B-8944-ECF7FAC31F47}" presName="vert1" presStyleCnt="0"/>
      <dgm:spPr/>
    </dgm:pt>
  </dgm:ptLst>
  <dgm:cxnLst>
    <dgm:cxn modelId="{5027313D-90D7-4578-8704-DEDAA2F7306B}" type="presOf" srcId="{BA139C35-A548-4EB4-8011-2B1A338179C3}" destId="{74D05E4E-A082-4BE1-BC27-07217F1B23C8}" srcOrd="0" destOrd="0" presId="urn:microsoft.com/office/officeart/2008/layout/LinedList"/>
    <dgm:cxn modelId="{5231936C-C9DB-4D13-B016-C548FCA1E3D2}" type="presOf" srcId="{10269C13-9CC8-4D7B-8944-ECF7FAC31F47}" destId="{96BCBDF9-7412-47AC-9CB4-920C0FFEDD68}" srcOrd="0" destOrd="0" presId="urn:microsoft.com/office/officeart/2008/layout/LinedList"/>
    <dgm:cxn modelId="{100A5C50-63E8-47B0-A35A-2D4814DC63DE}" srcId="{BA139C35-A548-4EB4-8011-2B1A338179C3}" destId="{10269C13-9CC8-4D7B-8944-ECF7FAC31F47}" srcOrd="1" destOrd="0" parTransId="{057660F0-D20F-4E91-9BE3-415E1A1E13ED}" sibTransId="{46833E62-807D-4348-B3C9-9CC85B8F35BF}"/>
    <dgm:cxn modelId="{CE1E79A2-2599-4CB3-97C2-3DBA4D7756FD}" srcId="{BA139C35-A548-4EB4-8011-2B1A338179C3}" destId="{1EADF17C-D2C5-4323-BF77-B99CA37174C7}" srcOrd="0" destOrd="0" parTransId="{3E90974B-39C5-49E2-8227-25D221CF9AE8}" sibTransId="{6C49FBE9-38D2-4DE4-B4BF-B477FF6CFF19}"/>
    <dgm:cxn modelId="{BCA258AC-A03E-44A5-A1DA-BE4F6177C6FD}" type="presOf" srcId="{1EADF17C-D2C5-4323-BF77-B99CA37174C7}" destId="{2B7AE46C-4EB3-4870-AC16-A3609AB8CC9A}" srcOrd="0" destOrd="0" presId="urn:microsoft.com/office/officeart/2008/layout/LinedList"/>
    <dgm:cxn modelId="{4A70A1B3-FDEB-48C5-B601-06B872E3DE3F}" type="presParOf" srcId="{74D05E4E-A082-4BE1-BC27-07217F1B23C8}" destId="{AFA05C00-10FD-44E3-996B-F7788454CAA3}" srcOrd="0" destOrd="0" presId="urn:microsoft.com/office/officeart/2008/layout/LinedList"/>
    <dgm:cxn modelId="{E4376DF9-0BB4-451E-AB3F-A061B89094C1}" type="presParOf" srcId="{74D05E4E-A082-4BE1-BC27-07217F1B23C8}" destId="{00E8AEF1-E78E-4300-B64A-1786C3534D0F}" srcOrd="1" destOrd="0" presId="urn:microsoft.com/office/officeart/2008/layout/LinedList"/>
    <dgm:cxn modelId="{61FAE0D6-85D6-4F84-989A-21E3E9E3633A}" type="presParOf" srcId="{00E8AEF1-E78E-4300-B64A-1786C3534D0F}" destId="{2B7AE46C-4EB3-4870-AC16-A3609AB8CC9A}" srcOrd="0" destOrd="0" presId="urn:microsoft.com/office/officeart/2008/layout/LinedList"/>
    <dgm:cxn modelId="{3E1AC96B-0253-4587-94D5-AAA4332A0364}" type="presParOf" srcId="{00E8AEF1-E78E-4300-B64A-1786C3534D0F}" destId="{17608E90-21B1-46E7-AC21-409E3EFA1A95}" srcOrd="1" destOrd="0" presId="urn:microsoft.com/office/officeart/2008/layout/LinedList"/>
    <dgm:cxn modelId="{5737B427-5ABD-4510-AD6B-E6933008F9ED}" type="presParOf" srcId="{74D05E4E-A082-4BE1-BC27-07217F1B23C8}" destId="{68531C24-1C76-4E04-8648-1BE0AC9E428E}" srcOrd="2" destOrd="0" presId="urn:microsoft.com/office/officeart/2008/layout/LinedList"/>
    <dgm:cxn modelId="{F35F1EA8-0AA5-4533-A260-1AEFDF203397}" type="presParOf" srcId="{74D05E4E-A082-4BE1-BC27-07217F1B23C8}" destId="{E3B0D540-9781-4E37-92FC-9EAE5785F291}" srcOrd="3" destOrd="0" presId="urn:microsoft.com/office/officeart/2008/layout/LinedList"/>
    <dgm:cxn modelId="{3F026AEA-8149-4224-9854-631025EF1892}" type="presParOf" srcId="{E3B0D540-9781-4E37-92FC-9EAE5785F291}" destId="{96BCBDF9-7412-47AC-9CB4-920C0FFEDD68}" srcOrd="0" destOrd="0" presId="urn:microsoft.com/office/officeart/2008/layout/LinedList"/>
    <dgm:cxn modelId="{5FCCDF8C-8EEC-4F2B-8074-2BF302D48FBF}" type="presParOf" srcId="{E3B0D540-9781-4E37-92FC-9EAE5785F291}" destId="{0718AE8F-F137-4754-955A-E5063B700003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FA05C00-10FD-44E3-996B-F7788454CAA3}">
      <dsp:nvSpPr>
        <dsp:cNvPr id="0" name=""/>
        <dsp:cNvSpPr/>
      </dsp:nvSpPr>
      <dsp:spPr>
        <a:xfrm>
          <a:off x="0" y="0"/>
          <a:ext cx="5605400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7AE46C-4EB3-4870-AC16-A3609AB8CC9A}">
      <dsp:nvSpPr>
        <dsp:cNvPr id="0" name=""/>
        <dsp:cNvSpPr/>
      </dsp:nvSpPr>
      <dsp:spPr>
        <a:xfrm>
          <a:off x="0" y="0"/>
          <a:ext cx="5605400" cy="27696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247650" rIns="247650" bIns="247650" numCol="1" spcCol="1270" anchor="t" anchorCtr="0">
          <a:noAutofit/>
        </a:bodyPr>
        <a:lstStyle/>
        <a:p>
          <a:pPr marL="0" lvl="0" indent="0" algn="l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Application</a:t>
          </a:r>
        </a:p>
      </dsp:txBody>
      <dsp:txXfrm>
        <a:off x="0" y="0"/>
        <a:ext cx="5605400" cy="2769600"/>
      </dsp:txXfrm>
    </dsp:sp>
    <dsp:sp modelId="{68531C24-1C76-4E04-8648-1BE0AC9E428E}">
      <dsp:nvSpPr>
        <dsp:cNvPr id="0" name=""/>
        <dsp:cNvSpPr/>
      </dsp:nvSpPr>
      <dsp:spPr>
        <a:xfrm>
          <a:off x="0" y="2769600"/>
          <a:ext cx="5605400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BCBDF9-7412-47AC-9CB4-920C0FFEDD68}">
      <dsp:nvSpPr>
        <dsp:cNvPr id="0" name=""/>
        <dsp:cNvSpPr/>
      </dsp:nvSpPr>
      <dsp:spPr>
        <a:xfrm>
          <a:off x="0" y="2769600"/>
          <a:ext cx="5605400" cy="27696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247650" rIns="247650" bIns="247650" numCol="1" spcCol="1270" anchor="t" anchorCtr="0">
          <a:noAutofit/>
        </a:bodyPr>
        <a:lstStyle/>
        <a:p>
          <a:pPr marL="0" lvl="0" indent="0" algn="l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Test Cases</a:t>
          </a:r>
        </a:p>
      </dsp:txBody>
      <dsp:txXfrm>
        <a:off x="0" y="2769600"/>
        <a:ext cx="5605400" cy="27696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4C42CA-FE75-C6D7-1833-A499F19DEF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D1654F-07CF-F491-DF0E-22A4A8229B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32D1F8-7557-4BD6-385C-082D08E547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8C2EC-EABD-4FC3-8CE8-27539EBF348D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8C3351-CF1F-6506-22F3-818CA5B3C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672292-1E3C-F3EB-8ADE-1A5622AEC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5A7907-77EC-4B1B-B0EA-641554BECD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3496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BA603F-1ADC-965B-5C8C-4FEA0D90B0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BBCA48-C184-D334-3D58-865D9C4969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84EDE3-8F01-985C-B210-2AE93AA79B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8C2EC-EABD-4FC3-8CE8-27539EBF348D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B2A810-4ACA-FDAE-C218-A53C2FAE5F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6746D9-47F5-C44E-A42B-6DA617844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5A7907-77EC-4B1B-B0EA-641554BECD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5470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DE0BD4-88D7-5E1D-F1EA-E6089DC2A5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2911FB-8FA2-8C77-BB59-CB012515AD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22EB4B-EFA3-5E96-BE21-6CEE3570E9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8C2EC-EABD-4FC3-8CE8-27539EBF348D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470609-83D5-7666-14C1-B6FD5032AA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0A7765-93DF-8E93-B07C-609DC7469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5A7907-77EC-4B1B-B0EA-641554BECD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94667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308F60-3063-613E-B149-C4B79BBDAE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786222-7541-B855-BDB9-48118B7332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122601-B907-AB9D-38FC-81445C6B7D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582CF7-91B3-BA05-8FFA-F441F2EF95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8C2EC-EABD-4FC3-8CE8-27539EBF348D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441DD3-282E-0AF3-B1EC-4ECF38676B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422B30-3DB7-E4C3-6C9C-B7B22B5E1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5A7907-77EC-4B1B-B0EA-641554BECD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06903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83F4A3-BCCE-5F45-8408-CFA4679B42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189B00-C1E2-CE15-CD3E-DEE604B7CA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029520-1638-F008-3798-3FAD20CFA6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AA78CFD-C4A4-54AB-FC45-8989A13F63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9082F0D-A821-106E-EBE3-5060362C001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223E59F-645B-C924-C980-BBFF096BD7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8C2EC-EABD-4FC3-8CE8-27539EBF348D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C821CE1-9BD8-679C-44B0-9D327F48E9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2A03027-182D-A8E8-CB3C-4A2A2FF2D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5A7907-77EC-4B1B-B0EA-641554BECD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4630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0EBC3C-A83F-AD19-1E89-63E68FDB1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E50D7DE-BD86-1603-B283-19876F6804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8C2EC-EABD-4FC3-8CE8-27539EBF348D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D21070-D267-B543-F9B7-045C34E280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3F3082-EA07-1FEB-3522-BE16B9AA3B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5A7907-77EC-4B1B-B0EA-641554BECD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1961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95FF9C2-1927-418F-BE97-9A139E6FFD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8C2EC-EABD-4FC3-8CE8-27539EBF348D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D1F818-5651-CD2F-F884-CC935492C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45ACB2-BEE1-5AF2-E25B-634281E3D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5A7907-77EC-4B1B-B0EA-641554BECD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4384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AFBE16-BB55-14D3-BE65-2D48A4965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1A3A4C-D7AA-A6A4-279A-4CACF3669B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4BAF24-F666-6AE7-7A4E-FC00A509A5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E1D884-3BCD-DA60-A8BA-223056DB8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8C2EC-EABD-4FC3-8CE8-27539EBF348D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4E7901-4C54-3FBC-B7CF-850D45EB97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720CFE-6959-B6D8-B85E-4E13A6D4AE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5A7907-77EC-4B1B-B0EA-641554BECD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74815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0F1214-C22D-E43F-356C-3DD23BCE32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77333B4-4CB5-D650-4C66-A5201F6D25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8CF18F-11DE-5F74-59B2-6A63EE5C48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DCCEEB-3899-4671-2875-3CC293416F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8C2EC-EABD-4FC3-8CE8-27539EBF348D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F95C42-7983-7F9F-1935-E90F10B216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CD6EA3-D7BE-E751-430A-6A6D1E179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5A7907-77EC-4B1B-B0EA-641554BECD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03303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3C559C-8A05-DBB0-92D0-0AAF62F95F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8414B8-3B28-949C-03C7-4388152AD8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664615-41DE-8AE0-449F-49BC1FAC9F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8C2EC-EABD-4FC3-8CE8-27539EBF348D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289C2C-563B-440B-F795-BA0EEDB872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E809A9-893F-4722-618C-1A3ABDE2E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5A7907-77EC-4B1B-B0EA-641554BECD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78556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7561471-6A86-7F83-A256-BE6AF80ED6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B60C1A-9795-6D42-1C47-7483354633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ABEEB3-5E75-AF41-2223-5AF20A9003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8C2EC-EABD-4FC3-8CE8-27539EBF348D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F7EF33-407C-B994-0B8E-1D2D0B178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3A7B62-BE24-10A1-61AB-1038D8A2D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5A7907-77EC-4B1B-B0EA-641554BECD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93359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F698092-ACDA-955F-A9E6-2ACDA6D72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5BDD14-E5F2-92AA-7EFB-303CEF699A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72607D-1B8D-FD3F-9735-EBD1B919ED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B8C2EC-EABD-4FC3-8CE8-27539EBF348D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CC7FAE-62A9-50A5-BB34-9F7AF920BC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ED2C50-2D19-D9E1-E56A-405DEBDB4A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5A7907-77EC-4B1B-B0EA-641554BECD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8158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C3896A03-3945-419A-B66B-4EE266EDD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0"/>
            <a:ext cx="6083447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2F4C8D-8C85-046D-F7E5-440A6F1DF3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5558" y="637762"/>
            <a:ext cx="4284397" cy="5576770"/>
          </a:xfrm>
        </p:spPr>
        <p:txBody>
          <a:bodyPr anchor="ctr">
            <a:normAutofit/>
          </a:bodyPr>
          <a:lstStyle/>
          <a:p>
            <a:pPr algn="l"/>
            <a:r>
              <a:rPr lang="en-US" sz="6600">
                <a:solidFill>
                  <a:schemeClr val="bg1"/>
                </a:solidFill>
              </a:rPr>
              <a:t>SweetVerse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34F5AD2-EDBD-4BBD-A55C-EAFFD0C7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000" y="0"/>
            <a:ext cx="6095990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C11C1F-4039-AEA1-4838-0E22483C50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39464" y="637762"/>
            <a:ext cx="4305881" cy="5860946"/>
          </a:xfrm>
        </p:spPr>
        <p:txBody>
          <a:bodyPr anchor="ctr">
            <a:normAutofit/>
          </a:bodyPr>
          <a:lstStyle/>
          <a:p>
            <a:pPr algn="l"/>
            <a:r>
              <a:rPr lang="en-US" sz="4000"/>
              <a:t>By Harsha Gundavelli</a:t>
            </a:r>
          </a:p>
        </p:txBody>
      </p:sp>
    </p:spTree>
    <p:extLst>
      <p:ext uri="{BB962C8B-B14F-4D97-AF65-F5344CB8AC3E}">
        <p14:creationId xmlns:p14="http://schemas.microsoft.com/office/powerpoint/2010/main" val="19402215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39">
            <a:extLst>
              <a:ext uri="{FF2B5EF4-FFF2-40B4-BE49-F238E27FC236}">
                <a16:creationId xmlns:a16="http://schemas.microsoft.com/office/drawing/2014/main" id="{C3896A03-3945-419A-B66B-4EE266EDD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0"/>
            <a:ext cx="4654285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9CA4C4-B1B2-7FE3-CD97-5250BEEDCE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2898276" cy="5576770"/>
          </a:xfrm>
        </p:spPr>
        <p:txBody>
          <a:bodyPr anchor="t"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About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B34F5AD2-EDBD-4BBD-A55C-EAFFD0C7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2535" y="0"/>
            <a:ext cx="7539455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B8EAE243-3A9F-4A46-B0D9-04C723A8A1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39977" y="643465"/>
            <a:ext cx="457200" cy="457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430B30-F6B7-7165-78F5-CD36BA1A34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39976" y="850052"/>
            <a:ext cx="5605373" cy="532691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/>
              <a:t>SweetVerse</a:t>
            </a:r>
            <a:r>
              <a:rPr lang="en-US" sz="2400"/>
              <a:t> is a specialized inventory management and point-of-sale system designed for ice cream parlors. It simplifies daily operations by integrating the sales process directly with stock management.</a:t>
            </a:r>
          </a:p>
        </p:txBody>
      </p:sp>
    </p:spTree>
    <p:extLst>
      <p:ext uri="{BB962C8B-B14F-4D97-AF65-F5344CB8AC3E}">
        <p14:creationId xmlns:p14="http://schemas.microsoft.com/office/powerpoint/2010/main" val="5062546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86A2858-5DCD-E0A2-B5CC-8A778CF649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Tables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4F4CD579-3317-35EA-903B-DCDAA683AC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1763" y="2014720"/>
            <a:ext cx="7280462" cy="3839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97794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C3896A03-3945-419A-B66B-4EE266EDD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0"/>
            <a:ext cx="4654285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A4C02F-5399-D4A1-8A79-1D3AB28DD0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2898276" cy="5576770"/>
          </a:xfrm>
        </p:spPr>
        <p:txBody>
          <a:bodyPr anchor="t">
            <a:normAutofit/>
          </a:bodyPr>
          <a:lstStyle/>
          <a:p>
            <a:r>
              <a:rPr lang="en-US" sz="4100">
                <a:solidFill>
                  <a:schemeClr val="bg1"/>
                </a:solidFill>
              </a:rPr>
              <a:t>Many-to-Many Relationship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34F5AD2-EDBD-4BBD-A55C-EAFFD0C7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2535" y="0"/>
            <a:ext cx="7539455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8EAE243-3A9F-4A46-B0D9-04C723A8A1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39977" y="643465"/>
            <a:ext cx="457200" cy="457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D91981-6566-0BED-B183-A7375AFE78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39976" y="850052"/>
            <a:ext cx="5605373" cy="5326911"/>
          </a:xfrm>
        </p:spPr>
        <p:txBody>
          <a:bodyPr>
            <a:normAutofit/>
          </a:bodyPr>
          <a:lstStyle/>
          <a:p>
            <a:r>
              <a:rPr lang="en-US" sz="2400"/>
              <a:t>CustomerOrders</a:t>
            </a:r>
          </a:p>
          <a:p>
            <a:r>
              <a:rPr lang="en-US" sz="2400"/>
              <a:t>Products</a:t>
            </a:r>
          </a:p>
          <a:p>
            <a:r>
              <a:rPr lang="en-US" sz="2400"/>
              <a:t>OrderItems - Junction</a:t>
            </a:r>
          </a:p>
        </p:txBody>
      </p:sp>
    </p:spTree>
    <p:extLst>
      <p:ext uri="{BB962C8B-B14F-4D97-AF65-F5344CB8AC3E}">
        <p14:creationId xmlns:p14="http://schemas.microsoft.com/office/powerpoint/2010/main" val="2788665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C3896A03-3945-419A-B66B-4EE266EDD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0"/>
            <a:ext cx="4654285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5B95D8-6B7E-5DF3-9346-64415A7A5F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2898276" cy="5576770"/>
          </a:xfrm>
        </p:spPr>
        <p:txBody>
          <a:bodyPr anchor="t"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Demo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34F5AD2-EDBD-4BBD-A55C-EAFFD0C7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2535" y="0"/>
            <a:ext cx="7539455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8" name="Content Placeholder 2">
            <a:extLst>
              <a:ext uri="{FF2B5EF4-FFF2-40B4-BE49-F238E27FC236}">
                <a16:creationId xmlns:a16="http://schemas.microsoft.com/office/drawing/2014/main" id="{CBCB4902-786A-C293-2D51-964FBCD0C55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45455303"/>
              </p:ext>
            </p:extLst>
          </p:nvPr>
        </p:nvGraphicFramePr>
        <p:xfrm>
          <a:off x="5439954" y="637762"/>
          <a:ext cx="5605401" cy="55392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852905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C3896A03-3945-419A-B66B-4EE266EDD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0"/>
            <a:ext cx="6083447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A1B57B7-319F-45F0-2A5E-5B6EEEF39C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5558" y="637762"/>
            <a:ext cx="4284397" cy="557677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66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Questions?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34F5AD2-EDBD-4BBD-A55C-EAFFD0C7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000" y="0"/>
            <a:ext cx="6095990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58588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610</TotalTime>
  <Words>48</Words>
  <Application>Microsoft Office PowerPoint</Application>
  <PresentationFormat>Widescreen</PresentationFormat>
  <Paragraphs>13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SweetVerse</vt:lpstr>
      <vt:lpstr>About</vt:lpstr>
      <vt:lpstr>Tables</vt:lpstr>
      <vt:lpstr>Many-to-Many Relationship</vt:lpstr>
      <vt:lpstr>Demo</vt:lpstr>
      <vt:lpstr>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Harsha Gundavelli</dc:creator>
  <cp:lastModifiedBy>Harsha Gundavelli</cp:lastModifiedBy>
  <cp:revision>3</cp:revision>
  <dcterms:created xsi:type="dcterms:W3CDTF">2025-11-21T15:01:58Z</dcterms:created>
  <dcterms:modified xsi:type="dcterms:W3CDTF">2025-11-22T01:12:02Z</dcterms:modified>
</cp:coreProperties>
</file>